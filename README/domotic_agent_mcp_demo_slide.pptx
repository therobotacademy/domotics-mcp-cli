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179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74320"/>
            <a:ext cx="6885218" cy="523220"/>
          </a:xfrm>
          <a:prstGeom prst="rect">
            <a:avLst/>
          </a:prstGeom>
          <a:noFill/>
        </p:spPr>
        <p:txBody>
          <a:bodyPr wrap="none">
            <a:spAutoFit/>
          </a:bodyPr>
          <a:lstStyle/>
          <a:p>
            <a:r>
              <a:rPr sz="2800" b="1" dirty="0" err="1"/>
              <a:t>Agente</a:t>
            </a:r>
            <a:r>
              <a:rPr sz="2800" b="1" dirty="0"/>
              <a:t> </a:t>
            </a:r>
            <a:r>
              <a:rPr sz="2800" b="1" dirty="0" err="1"/>
              <a:t>Domótico</a:t>
            </a:r>
            <a:r>
              <a:rPr sz="2800" b="1" dirty="0"/>
              <a:t> </a:t>
            </a:r>
            <a:r>
              <a:rPr sz="2800" b="1" dirty="0" err="1"/>
              <a:t>Inteligente</a:t>
            </a:r>
            <a:r>
              <a:rPr sz="2800" b="1" dirty="0"/>
              <a:t> </a:t>
            </a:r>
            <a:r>
              <a:rPr sz="2800" b="1" dirty="0" err="1"/>
              <a:t>basado</a:t>
            </a:r>
            <a:r>
              <a:rPr sz="2800" b="1" dirty="0"/>
              <a:t> </a:t>
            </a:r>
            <a:r>
              <a:rPr sz="2800" b="1" dirty="0" err="1"/>
              <a:t>en</a:t>
            </a:r>
            <a:r>
              <a:rPr sz="2800" b="1" dirty="0"/>
              <a:t> MCP</a:t>
            </a:r>
          </a:p>
        </p:txBody>
      </p:sp>
      <p:sp>
        <p:nvSpPr>
          <p:cNvPr id="3" name="TextBox 2"/>
          <p:cNvSpPr txBox="1"/>
          <p:nvPr/>
        </p:nvSpPr>
        <p:spPr>
          <a:xfrm>
            <a:off x="457200" y="914400"/>
            <a:ext cx="6580391" cy="338554"/>
          </a:xfrm>
          <a:prstGeom prst="rect">
            <a:avLst/>
          </a:prstGeom>
          <a:noFill/>
        </p:spPr>
        <p:txBody>
          <a:bodyPr wrap="none">
            <a:spAutoFit/>
          </a:bodyPr>
          <a:lstStyle/>
          <a:p>
            <a:r>
              <a:rPr sz="1600" dirty="0" err="1">
                <a:solidFill>
                  <a:schemeClr val="bg1">
                    <a:lumMod val="50000"/>
                  </a:schemeClr>
                </a:solidFill>
              </a:rPr>
              <a:t>Arquitectura</a:t>
            </a:r>
            <a:r>
              <a:rPr sz="1600" dirty="0">
                <a:solidFill>
                  <a:schemeClr val="bg1">
                    <a:lumMod val="50000"/>
                  </a:schemeClr>
                </a:solidFill>
              </a:rPr>
              <a:t> y </a:t>
            </a:r>
            <a:r>
              <a:rPr sz="1600" dirty="0" err="1">
                <a:solidFill>
                  <a:schemeClr val="bg1">
                    <a:lumMod val="50000"/>
                  </a:schemeClr>
                </a:solidFill>
              </a:rPr>
              <a:t>flujo</a:t>
            </a:r>
            <a:r>
              <a:rPr sz="1600" dirty="0">
                <a:solidFill>
                  <a:schemeClr val="bg1">
                    <a:lumMod val="50000"/>
                  </a:schemeClr>
                </a:solidFill>
              </a:rPr>
              <a:t> de </a:t>
            </a:r>
            <a:r>
              <a:rPr sz="1600" dirty="0" err="1">
                <a:solidFill>
                  <a:schemeClr val="bg1">
                    <a:lumMod val="50000"/>
                  </a:schemeClr>
                </a:solidFill>
              </a:rPr>
              <a:t>decisión</a:t>
            </a:r>
            <a:r>
              <a:rPr sz="1600" dirty="0">
                <a:solidFill>
                  <a:schemeClr val="bg1">
                    <a:lumMod val="50000"/>
                  </a:schemeClr>
                </a:solidFill>
              </a:rPr>
              <a:t> para </a:t>
            </a:r>
            <a:r>
              <a:rPr sz="1600" dirty="0" err="1">
                <a:solidFill>
                  <a:schemeClr val="bg1">
                    <a:lumMod val="50000"/>
                  </a:schemeClr>
                </a:solidFill>
              </a:rPr>
              <a:t>iluminación</a:t>
            </a:r>
            <a:r>
              <a:rPr sz="1600" dirty="0">
                <a:solidFill>
                  <a:schemeClr val="bg1">
                    <a:lumMod val="50000"/>
                  </a:schemeClr>
                </a:solidFill>
              </a:rPr>
              <a:t> </a:t>
            </a:r>
            <a:r>
              <a:rPr sz="1600" dirty="0" err="1">
                <a:solidFill>
                  <a:schemeClr val="bg1">
                    <a:lumMod val="50000"/>
                  </a:schemeClr>
                </a:solidFill>
              </a:rPr>
              <a:t>inteligente</a:t>
            </a:r>
            <a:r>
              <a:rPr sz="1600" dirty="0">
                <a:solidFill>
                  <a:schemeClr val="bg1">
                    <a:lumMod val="50000"/>
                  </a:schemeClr>
                </a:solidFill>
              </a:rPr>
              <a:t> </a:t>
            </a:r>
            <a:r>
              <a:rPr sz="1600" dirty="0" err="1">
                <a:solidFill>
                  <a:schemeClr val="bg1">
                    <a:lumMod val="50000"/>
                  </a:schemeClr>
                </a:solidFill>
              </a:rPr>
              <a:t>por</a:t>
            </a:r>
            <a:r>
              <a:rPr sz="1600" dirty="0">
                <a:solidFill>
                  <a:schemeClr val="bg1">
                    <a:lumMod val="50000"/>
                  </a:schemeClr>
                </a:solidFill>
              </a:rPr>
              <a:t> </a:t>
            </a:r>
            <a:r>
              <a:rPr sz="1600" dirty="0" err="1">
                <a:solidFill>
                  <a:schemeClr val="bg1">
                    <a:lumMod val="50000"/>
                  </a:schemeClr>
                </a:solidFill>
              </a:rPr>
              <a:t>habitaciones</a:t>
            </a:r>
            <a:endParaRPr sz="1600" dirty="0">
              <a:solidFill>
                <a:schemeClr val="bg1">
                  <a:lumMod val="50000"/>
                </a:schemeClr>
              </a:solidFill>
            </a:endParaRPr>
          </a:p>
        </p:txBody>
      </p:sp>
      <p:sp>
        <p:nvSpPr>
          <p:cNvPr id="4" name="TextBox 3"/>
          <p:cNvSpPr txBox="1"/>
          <p:nvPr/>
        </p:nvSpPr>
        <p:spPr>
          <a:xfrm>
            <a:off x="457200" y="1554480"/>
            <a:ext cx="7276351" cy="830997"/>
          </a:xfrm>
          <a:prstGeom prst="rect">
            <a:avLst/>
          </a:prstGeom>
          <a:noFill/>
        </p:spPr>
        <p:txBody>
          <a:bodyPr wrap="none">
            <a:spAutoFit/>
          </a:bodyPr>
          <a:lstStyle/>
          <a:p>
            <a:r>
              <a:rPr sz="1600" dirty="0"/>
              <a:t>SENSORES → WORLD MODEL → POLICY ENGINE → PLANNER → ACCIÓN → EVENTOS
        ↑                                         ↓
        </a:t>
            </a:r>
            <a:r>
              <a:rPr lang="es-ES" sz="1600" dirty="0"/>
              <a:t> </a:t>
            </a:r>
            <a:r>
              <a:rPr sz="1600"/>
              <a:t>└──────────── </a:t>
            </a:r>
            <a:r>
              <a:rPr sz="1600" dirty="0"/>
              <a:t>FEEDBACK HUMANO + APRENDIZAJE ────────────┘</a:t>
            </a:r>
          </a:p>
        </p:txBody>
      </p:sp>
      <p:sp>
        <p:nvSpPr>
          <p:cNvPr id="5" name="TextBox 4"/>
          <p:cNvSpPr txBox="1"/>
          <p:nvPr/>
        </p:nvSpPr>
        <p:spPr>
          <a:xfrm>
            <a:off x="457200" y="2743200"/>
            <a:ext cx="4114800" cy="3200400"/>
          </a:xfrm>
          <a:prstGeom prst="rect">
            <a:avLst/>
          </a:prstGeom>
          <a:noFill/>
        </p:spPr>
        <p:txBody>
          <a:bodyPr wrap="none">
            <a:spAutoFit/>
          </a:bodyPr>
          <a:lstStyle/>
          <a:p>
            <a:r>
              <a:rPr sz="1600"/>
              <a:t>ESCENARIO 1 (21:00)
• Salón: presencia + lux bajo → agente enciende luz al 25%
ESCENARIO 2 (21:02)
• Dormitorio: presencia + lux muy bajo → luz al 21%
• Salón: noop (ya está correctamente iluminado)
ESCENARIO 3 (21:06)
• Salón sin presencia durante ventana temporal → agente apaga luz
ESCENARIO 4
• Usuario ajusta manualmente brillo dormitorio → aprendizaje (21 → 18)
• Se activa ventana de protección de override
ESCENARIO 5 (21:17)
• Agente respeta estado manual y no sobrecorrige</a:t>
            </a:r>
          </a:p>
        </p:txBody>
      </p:sp>
      <p:sp>
        <p:nvSpPr>
          <p:cNvPr id="6" name="TextBox 5"/>
          <p:cNvSpPr txBox="1"/>
          <p:nvPr/>
        </p:nvSpPr>
        <p:spPr>
          <a:xfrm>
            <a:off x="4754880" y="2743200"/>
            <a:ext cx="3931920" cy="3200400"/>
          </a:xfrm>
          <a:prstGeom prst="rect">
            <a:avLst/>
          </a:prstGeom>
          <a:noFill/>
        </p:spPr>
        <p:txBody>
          <a:bodyPr wrap="none">
            <a:spAutoFit/>
          </a:bodyPr>
          <a:lstStyle/>
          <a:p>
            <a:r>
              <a:rPr sz="1600"/>
              <a:t>CAPACIDADES DEMOSTRADAS
1. Abstracción MCP (hardware independiente)
2. Decisiones contextuales por habitación
3. Histéresis temporal para evitar oscilaciones
4. Respeto de intervención humana
5. Aprendizaje incremental de preferencias
6. Automatización estable y no intrusiva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204</Words>
  <Application>Microsoft Office PowerPoint</Application>
  <PresentationFormat>On-screen Show (4:3)</PresentationFormat>
  <Paragraphs>5</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Bernardo Ronquillo Japon</cp:lastModifiedBy>
  <cp:revision>2</cp:revision>
  <dcterms:created xsi:type="dcterms:W3CDTF">2013-01-27T09:14:16Z</dcterms:created>
  <dcterms:modified xsi:type="dcterms:W3CDTF">2026-03-08T13:11:28Z</dcterms:modified>
  <cp:category/>
</cp:coreProperties>
</file>